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63"/>
            <a:ext cx="12191695" cy="502907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4775081" y="2235230"/>
            <a:ext cx="914377" cy="812780"/>
          </a:xfrm>
          <a:prstGeom prst="line">
            <a:avLst/>
          </a:prstGeom>
          <a:noFill/>
          <a:ln w="9525">
            <a:solidFill>
              <a:srgbClr val="FF7A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flipH="1">
            <a:off x="2539937" y="3454399"/>
            <a:ext cx="507987" cy="812780"/>
          </a:xfrm>
          <a:prstGeom prst="line">
            <a:avLst/>
          </a:prstGeom>
          <a:noFill/>
          <a:ln w="9525">
            <a:solidFill>
              <a:srgbClr val="2E6B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017" y="3454399"/>
            <a:ext cx="1015975" cy="812780"/>
          </a:xfrm>
          <a:prstGeom prst="line">
            <a:avLst/>
          </a:prstGeom>
          <a:noFill/>
          <a:ln w="9525">
            <a:solidFill>
              <a:srgbClr val="22A06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51566" y="2702578"/>
            <a:ext cx="447029" cy="44702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A1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7561" y="2778573"/>
            <a:ext cx="295039" cy="29503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24409" y="3108968"/>
            <a:ext cx="447029" cy="447029"/>
          </a:xfrm>
          <a:prstGeom prst="roundRect">
            <a:avLst>
              <a:gd name="adj" fmla="val 32728"/>
            </a:avLst>
          </a:prstGeom>
          <a:solidFill>
            <a:srgbClr val="FFFFFF"/>
          </a:solidFill>
          <a:ln w="19050">
            <a:solidFill>
              <a:srgbClr val="2E6BE6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0404" y="3184963"/>
            <a:ext cx="295039" cy="295039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091503" y="3108968"/>
            <a:ext cx="447029" cy="447029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9050">
            <a:solidFill>
              <a:srgbClr val="22A06B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7498" y="3184963"/>
            <a:ext cx="295039" cy="29503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689458" y="1828840"/>
            <a:ext cx="1056870" cy="224022"/>
          </a:xfrm>
          <a:prstGeom prst="roundRect">
            <a:avLst>
              <a:gd name="adj" fmla="val 204087"/>
            </a:avLst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I-95 &amp; Route 1</a:t>
            </a:r>
            <a:endParaRPr lang="en-US" sz="840" dirty="0"/>
          </a:p>
        </p:txBody>
      </p:sp>
      <p:sp>
        <p:nvSpPr>
          <p:cNvPr id="13" name="Text 7"/>
          <p:cNvSpPr/>
          <p:nvPr/>
        </p:nvSpPr>
        <p:spPr>
          <a:xfrm>
            <a:off x="5079873" y="2032035"/>
            <a:ext cx="1098525" cy="266693"/>
          </a:xfrm>
          <a:prstGeom prst="roundRect">
            <a:avLst>
              <a:gd name="adj" fmla="val 171433"/>
            </a:avLst>
          </a:prstGeom>
          <a:solidFill>
            <a:srgbClr val="0A1E3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PROPERTY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777956" y="4317978"/>
            <a:ext cx="1410531" cy="245358"/>
          </a:xfrm>
          <a:prstGeom prst="roundRect">
            <a:avLst>
              <a:gd name="adj" fmla="val 186340"/>
            </a:avLst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 &amp; Sons Depot</a:t>
            </a:r>
            <a:endParaRPr lang="en-US" sz="920" dirty="0"/>
          </a:p>
        </p:txBody>
      </p:sp>
      <p:sp>
        <p:nvSpPr>
          <p:cNvPr id="15" name="Text 9"/>
          <p:cNvSpPr/>
          <p:nvPr/>
        </p:nvSpPr>
        <p:spPr>
          <a:xfrm>
            <a:off x="7721407" y="4317978"/>
            <a:ext cx="1214244" cy="245358"/>
          </a:xfrm>
          <a:prstGeom prst="roundRect">
            <a:avLst>
              <a:gd name="adj" fmla="val 186340"/>
            </a:avLst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O'Hare Terminal</a:t>
            </a:r>
            <a:endParaRPr lang="en-US" sz="920" dirty="0"/>
          </a:p>
        </p:txBody>
      </p:sp>
      <p:sp>
        <p:nvSpPr>
          <p:cNvPr id="16" name="Text 10"/>
          <p:cNvSpPr/>
          <p:nvPr/>
        </p:nvSpPr>
        <p:spPr>
          <a:xfrm>
            <a:off x="6357612" y="2823479"/>
            <a:ext cx="289250" cy="245866"/>
          </a:xfrm>
          <a:prstGeom prst="roundRect">
            <a:avLst>
              <a:gd name="adj" fmla="val 18595"/>
            </a:avLst>
          </a:prstGeom>
          <a:solidFill>
            <a:srgbClr val="FF7A1A"/>
          </a:solidFill>
          <a:ln w="19050"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80" dirty="0"/>
          </a:p>
        </p:txBody>
      </p:sp>
      <p:sp>
        <p:nvSpPr>
          <p:cNvPr id="17" name="Text 11"/>
          <p:cNvSpPr/>
          <p:nvPr/>
        </p:nvSpPr>
        <p:spPr>
          <a:xfrm>
            <a:off x="9143771" y="2540022"/>
            <a:ext cx="810496" cy="193035"/>
          </a:xfrm>
          <a:prstGeom prst="roundRect">
            <a:avLst>
              <a:gd name="adj" fmla="val 236848"/>
            </a:avLst>
          </a:prstGeom>
          <a:solidFill>
            <a:srgbClr val="FFFFFF"/>
          </a:solidFill>
          <a:ln w="9525">
            <a:solidFill>
              <a:srgbClr val="22A0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7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 drive</a:t>
            </a:r>
            <a:endParaRPr lang="en-US" sz="760" dirty="0"/>
          </a:p>
        </p:txBody>
      </p:sp>
      <p:sp>
        <p:nvSpPr>
          <p:cNvPr id="18" name="Text 12"/>
          <p:cNvSpPr/>
          <p:nvPr/>
        </p:nvSpPr>
        <p:spPr>
          <a:xfrm>
            <a:off x="4541368" y="1024191"/>
            <a:ext cx="3108960" cy="402336"/>
          </a:xfrm>
          <a:prstGeom prst="roundRect">
            <a:avLst>
              <a:gd name="adj" fmla="val 11364"/>
            </a:avLst>
          </a:prstGeom>
          <a:solidFill>
            <a:srgbClr val="0A1E3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LOCATION &amp; ACCESS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614520" y="1385379"/>
            <a:ext cx="2962656" cy="41148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20" name="Text 14"/>
          <p:cNvSpPr/>
          <p:nvPr/>
        </p:nvSpPr>
        <p:spPr>
          <a:xfrm>
            <a:off x="243834" y="1524048"/>
            <a:ext cx="2539937" cy="274320"/>
          </a:xfrm>
          <a:prstGeom prst="rect">
            <a:avLst/>
          </a:prstGeom>
          <a:solidFill>
            <a:srgbClr val="0A1E3C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DISTANCES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834" y="1798368"/>
          <a:ext cx="2539937" cy="914400"/>
        </p:xfrm>
        <a:graphic>
          <a:graphicData uri="http://schemas.openxmlformats.org/drawingml/2006/table">
            <a:tbl>
              <a:tblPr/>
              <a:tblGrid>
                <a:gridCol w="146304"/>
                <a:gridCol w="1323784"/>
                <a:gridCol w="566928"/>
                <a:gridCol w="5029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Downtown 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 km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min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Intl. Airport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18.1 km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min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A0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 Park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 km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10838383" y="6163056"/>
            <a:ext cx="1216152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E5EAF1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20679" y="6245352"/>
            <a:ext cx="1051560" cy="4206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DBOT · Property Map Studio</dc:creator>
  <cp:lastModifiedBy>DBOT · Property Map Studio</cp:lastModifiedBy>
  <cp:revision>1</cp:revision>
  <dcterms:created xsi:type="dcterms:W3CDTF">2026-07-21T08:55:54Z</dcterms:created>
  <dcterms:modified xsi:type="dcterms:W3CDTF">2026-07-21T08:55:54Z</dcterms:modified>
</cp:coreProperties>
</file>