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63"/>
            <a:ext cx="12191695" cy="502907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33547" y="2743217"/>
            <a:ext cx="1117572" cy="1219170"/>
          </a:xfrm>
          <a:prstGeom prst="line">
            <a:avLst/>
          </a:prstGeom>
          <a:noFill/>
          <a:ln w="9525">
            <a:solidFill>
              <a:srgbClr val="FF7A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930352" y="2438425"/>
            <a:ext cx="406390" cy="40639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E3C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9438" y="2507511"/>
            <a:ext cx="268217" cy="26821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54314" y="2641620"/>
            <a:ext cx="406390" cy="406390"/>
          </a:xfrm>
          <a:prstGeom prst="roundRect">
            <a:avLst>
              <a:gd name="adj" fmla="val 36001"/>
            </a:avLst>
          </a:prstGeom>
          <a:solidFill>
            <a:srgbClr val="FFFFFF"/>
          </a:solidFill>
          <a:ln w="19050">
            <a:solidFill>
              <a:srgbClr val="0A1E3C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017" y="2686323"/>
            <a:ext cx="316984" cy="3169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95848" y="4267179"/>
            <a:ext cx="1056870" cy="224022"/>
          </a:xfrm>
          <a:prstGeom prst="roundRect">
            <a:avLst>
              <a:gd name="adj" fmla="val 204087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I-95 &amp; Route 1</a:t>
            </a:r>
            <a:endParaRPr lang="en-US" sz="840" dirty="0"/>
          </a:p>
        </p:txBody>
      </p:sp>
      <p:sp>
        <p:nvSpPr>
          <p:cNvPr id="9" name="Text 4"/>
          <p:cNvSpPr/>
          <p:nvPr/>
        </p:nvSpPr>
        <p:spPr>
          <a:xfrm>
            <a:off x="3251119" y="3962387"/>
            <a:ext cx="1667471" cy="266693"/>
          </a:xfrm>
          <a:prstGeom prst="roundRect">
            <a:avLst>
              <a:gd name="adj" fmla="val 171433"/>
            </a:avLst>
          </a:prstGeom>
          <a:solidFill>
            <a:srgbClr val="0A1E3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 &amp; Sons &lt;Depot&gt;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5079873" y="3555997"/>
            <a:ext cx="1214244" cy="245358"/>
          </a:xfrm>
          <a:prstGeom prst="roundRect">
            <a:avLst>
              <a:gd name="adj" fmla="val 186340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O'Hare Terminal</a:t>
            </a:r>
            <a:endParaRPr lang="en-US" sz="920" dirty="0"/>
          </a:p>
        </p:txBody>
      </p:sp>
      <p:sp>
        <p:nvSpPr>
          <p:cNvPr id="11" name="Text 6"/>
          <p:cNvSpPr/>
          <p:nvPr/>
        </p:nvSpPr>
        <p:spPr>
          <a:xfrm>
            <a:off x="6967197" y="3433064"/>
            <a:ext cx="289250" cy="245866"/>
          </a:xfrm>
          <a:prstGeom prst="roundRect">
            <a:avLst>
              <a:gd name="adj" fmla="val 18595"/>
            </a:avLst>
          </a:prstGeom>
          <a:solidFill>
            <a:srgbClr val="FF7A1A"/>
          </a:solidFill>
          <a:ln w="1905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80" dirty="0"/>
          </a:p>
        </p:txBody>
      </p:sp>
      <p:sp>
        <p:nvSpPr>
          <p:cNvPr id="12" name="Text 7"/>
          <p:cNvSpPr/>
          <p:nvPr/>
        </p:nvSpPr>
        <p:spPr>
          <a:xfrm>
            <a:off x="8330992" y="2946412"/>
            <a:ext cx="459172" cy="193035"/>
          </a:xfrm>
          <a:prstGeom prst="roundRect">
            <a:avLst>
              <a:gd name="adj" fmla="val 236848"/>
            </a:avLst>
          </a:prstGeom>
          <a:solidFill>
            <a:srgbClr val="FFFFFF"/>
          </a:solidFill>
          <a:ln w="9525">
            <a:solidFill>
              <a:srgbClr val="22A0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7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760" dirty="0"/>
          </a:p>
        </p:txBody>
      </p:sp>
      <p:sp>
        <p:nvSpPr>
          <p:cNvPr id="13" name="Text 8"/>
          <p:cNvSpPr/>
          <p:nvPr/>
        </p:nvSpPr>
        <p:spPr>
          <a:xfrm>
            <a:off x="4541368" y="1024191"/>
            <a:ext cx="3108960" cy="402336"/>
          </a:xfrm>
          <a:prstGeom prst="roundRect">
            <a:avLst>
              <a:gd name="adj" fmla="val 11364"/>
            </a:avLst>
          </a:prstGeom>
          <a:solidFill>
            <a:srgbClr val="0A1E3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LOCATION &amp; ACCESS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4614520" y="1385379"/>
            <a:ext cx="2962656" cy="41148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15" name="Text 10"/>
          <p:cNvSpPr/>
          <p:nvPr/>
        </p:nvSpPr>
        <p:spPr>
          <a:xfrm>
            <a:off x="304792" y="1524048"/>
            <a:ext cx="2438339" cy="274320"/>
          </a:xfrm>
          <a:prstGeom prst="rect">
            <a:avLst/>
          </a:prstGeom>
          <a:solidFill>
            <a:srgbClr val="0A1E3C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DISTANCES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792" y="1798368"/>
          <a:ext cx="2438339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1222187"/>
                <a:gridCol w="566928"/>
                <a:gridCol w="5029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Downtown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 km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km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1"/>
          <p:cNvSpPr/>
          <p:nvPr/>
        </p:nvSpPr>
        <p:spPr>
          <a:xfrm>
            <a:off x="10838383" y="6160322"/>
            <a:ext cx="1216152" cy="587950"/>
          </a:xfrm>
          <a:prstGeom prst="roundRect">
            <a:avLst>
              <a:gd name="adj" fmla="val 9331"/>
            </a:avLst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0679" y="6242618"/>
            <a:ext cx="1051560" cy="4233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DBOT · Property Map Studio</dc:creator>
  <cp:lastModifiedBy>DBOT · Property Map Studio</cp:lastModifiedBy>
  <cp:revision>1</cp:revision>
  <dcterms:created xsi:type="dcterms:W3CDTF">2026-07-21T08:29:43Z</dcterms:created>
  <dcterms:modified xsi:type="dcterms:W3CDTF">2026-07-21T08:29:43Z</dcterms:modified>
</cp:coreProperties>
</file>