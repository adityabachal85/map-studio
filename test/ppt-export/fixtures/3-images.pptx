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14463"/>
            <a:ext cx="12191695" cy="502907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754" y="2540022"/>
            <a:ext cx="406390" cy="40639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844729" y="2540022"/>
            <a:ext cx="406390" cy="40639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E3C"/>
            </a:solidFill>
            <a:prstDash val="solid"/>
          </a:ln>
        </p:spPr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13815" y="2609108"/>
            <a:ext cx="268217" cy="268217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3860703" y="2540022"/>
            <a:ext cx="406390" cy="406390"/>
          </a:xfrm>
          <a:prstGeom prst="roundRect">
            <a:avLst>
              <a:gd name="adj" fmla="val 36001"/>
            </a:avLst>
          </a:prstGeom>
          <a:solidFill>
            <a:srgbClr val="FFFFFF"/>
          </a:solidFill>
          <a:ln w="19050">
            <a:solidFill>
              <a:srgbClr val="0A1E3C"/>
            </a:solidFill>
            <a:prstDash val="solid"/>
          </a:ln>
        </p:spPr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9790" y="2609108"/>
            <a:ext cx="268217" cy="268217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4876678" y="2540022"/>
            <a:ext cx="406390" cy="40639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9050">
            <a:solidFill>
              <a:srgbClr val="0A1E3C"/>
            </a:solidFill>
            <a:prstDash val="solid"/>
          </a:ln>
        </p:spPr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1381" y="2584725"/>
            <a:ext cx="316984" cy="316984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3047924" y="3962387"/>
            <a:ext cx="1083387" cy="245358"/>
          </a:xfrm>
          <a:prstGeom prst="roundRect">
            <a:avLst>
              <a:gd name="adj" fmla="val 186340"/>
            </a:avLst>
          </a:prstGeom>
          <a:solidFill>
            <a:srgbClr val="FFFFFF"/>
          </a:solidFill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+ Text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DBOT · Property Map Studio</dc:creator>
  <cp:lastModifiedBy>DBOT · Property Map Studio</cp:lastModifiedBy>
  <cp:revision>1</cp:revision>
  <dcterms:created xsi:type="dcterms:W3CDTF">2026-07-21T08:29:43Z</dcterms:created>
  <dcterms:modified xsi:type="dcterms:W3CDTF">2026-07-21T08:29:43Z</dcterms:modified>
</cp:coreProperties>
</file>