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975" y="1930437"/>
            <a:ext cx="2031949" cy="1422364"/>
          </a:xfrm>
          <a:prstGeom prst="line">
            <a:avLst/>
          </a:prstGeom>
          <a:noFill/>
          <a:ln w="9525">
            <a:solidFill>
              <a:srgbClr val="FF7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3898" y="2133632"/>
            <a:ext cx="0" cy="1422364"/>
          </a:xfrm>
          <a:prstGeom prst="line">
            <a:avLst/>
          </a:prstGeom>
          <a:noFill/>
          <a:ln w="9525">
            <a:solidFill>
              <a:srgbClr val="2E6B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79873" y="2946412"/>
            <a:ext cx="2031949" cy="0"/>
          </a:xfrm>
          <a:prstGeom prst="line">
            <a:avLst/>
          </a:prstGeom>
          <a:noFill/>
          <a:ln w="9525">
            <a:solidFill>
              <a:srgbClr val="22A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7924" y="3555997"/>
            <a:ext cx="1083387" cy="245358"/>
          </a:xfrm>
          <a:prstGeom prst="roundRect">
            <a:avLst>
              <a:gd name="adj" fmla="val 186340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+ Text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DBOT · Property Map Studio</dc:creator>
  <cp:lastModifiedBy>DBOT · Property Map Studio</cp:lastModifiedBy>
  <cp:revision>1</cp:revision>
  <dcterms:created xsi:type="dcterms:W3CDTF">2026-07-21T08:29:43Z</dcterms:created>
  <dcterms:modified xsi:type="dcterms:W3CDTF">2026-07-21T08:29:43Z</dcterms:modified>
</cp:coreProperties>
</file>