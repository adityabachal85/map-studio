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63"/>
            <a:ext cx="12191695" cy="50290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792" y="1524048"/>
            <a:ext cx="2438339" cy="274320"/>
          </a:xfrm>
          <a:prstGeom prst="rect">
            <a:avLst/>
          </a:prstGeom>
          <a:solidFill>
            <a:srgbClr val="0A1E3C"/>
          </a:solidFill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DISTANCES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792" y="1798368"/>
          <a:ext cx="2438339" cy="914400"/>
        </p:xfrm>
        <a:graphic>
          <a:graphicData uri="http://schemas.openxmlformats.org/drawingml/2006/table">
            <a:tbl>
              <a:tblPr/>
              <a:tblGrid>
                <a:gridCol w="146304"/>
                <a:gridCol w="1222187"/>
                <a:gridCol w="566928"/>
                <a:gridCol w="50292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Downtown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7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 km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7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min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7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 km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7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 min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DBOT · Property Map Studio</dc:creator>
  <cp:lastModifiedBy>DBOT · Property Map Studio</cp:lastModifiedBy>
  <cp:revision>1</cp:revision>
  <dcterms:created xsi:type="dcterms:W3CDTF">2026-07-21T08:29:43Z</dcterms:created>
  <dcterms:modified xsi:type="dcterms:W3CDTF">2026-07-21T08:29:43Z</dcterms:modified>
</cp:coreProperties>
</file>