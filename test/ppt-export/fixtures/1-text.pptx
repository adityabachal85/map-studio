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4" y="3149607"/>
            <a:ext cx="1311879" cy="266693"/>
          </a:xfrm>
          <a:prstGeom prst="roundRect">
            <a:avLst>
              <a:gd name="adj" fmla="val 171433"/>
            </a:avLst>
          </a:prstGeom>
          <a:solidFill>
            <a:srgbClr val="0A1E3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Text Box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DBOT · Property Map Studio</dc:creator>
  <cp:lastModifiedBy>DBOT · Property Map Studio</cp:lastModifiedBy>
  <cp:revision>1</cp:revision>
  <dcterms:created xsi:type="dcterms:W3CDTF">2026-07-21T08:29:42Z</dcterms:created>
  <dcterms:modified xsi:type="dcterms:W3CDTF">2026-07-21T08:29:42Z</dcterms:modified>
</cp:coreProperties>
</file>